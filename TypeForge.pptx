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tool was designed for split keyboard enthusiasts who train seriously. keybr understands adaptive learning but lives in the cloud. monkeytype has polish but no intelligence. TypeForge is the intersection.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Ferris Sweep has 36 keys. Every single key is load-bearing. Pinky columns cause most WPM plateaus. No existing trainer understands finger topology.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TypeForge takes the best of both worlds and adds what neither has: layout awareness, finger-level data, and AI coaching via the MCP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a Python module. Keys score higher when error rate is high, latency exceeds your personal median, or they haven't appeared recently. Graduation requires 3 clean sessions, not just one good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docker compose up brings everything up. Caddy handles TLS. All services communicate on an internal Docker network. PostgreSQL is never exposed to the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typing screen is the product. Keyboard focus is never lost, even during QMK layer switches. Tab+Enter restarts without touching the mouse. Critical for a serious keyboard enthusiast.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ships a complete, usable trainer. M4 is where TypeForge becomes something no existing tool offers: an AI coach with persistent context about your specific weaknesses.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274320"/>
            <a:ext cx="3200400" cy="3200400"/>
          </a:xfrm>
          <a:prstGeom prst="roundRect">
            <a:avLst>
              <a:gd name="adj" fmla="val 8571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45720"/>
            <a:ext cx="2560320" cy="2560320"/>
          </a:xfrm>
          <a:prstGeom prst="roundRect">
            <a:avLst>
              <a:gd name="adj" fmla="val 7857"/>
            </a:avLst>
          </a:prstGeom>
          <a:solidFill>
            <a:srgbClr val="1A1D27"/>
          </a:solidFill>
          <a:ln w="12700">
            <a:solidFill>
              <a:srgbClr val="C4A3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28600"/>
            <a:ext cx="219456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TypeForge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best touch typing trainer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serious split keyboard enthusiasts.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703320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3703320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604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3703320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Ferris Sweep native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03720" y="3703320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3720" y="3703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API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PostgreSQL · Docker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Existing Tools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keybr.com and monkeytype.com are excellent — but neither was built for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keybr.com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Adaptive key learning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Per-key statistics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lesson generation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split keyboard awareness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922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self-hosting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analytics depth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4416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Cloud-only / privacy tradeoff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0600" y="1207008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monkeytype.com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98348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8348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Stunning responsive UI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83480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Many test modes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83480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text / quotes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8348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Great community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834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983480" y="3675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Random lessons — not adaptive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83480" y="3922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per-finger analysis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983480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split layout support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983480" y="4416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coaching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Keyboards Are a Different World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96112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08176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32304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19856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43984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43984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68112" y="11887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1887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6112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08176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08176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920240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32304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32304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19856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931920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443984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56048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68112" y="16459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68112" y="16459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84048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96112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112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408176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08176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920240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20240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432304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32304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419856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19856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931920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0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443984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43984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956048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468112" y="21031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68112" y="21031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033272" y="25603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C4A32E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3272" y="25603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⇧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545336" y="25603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C4A32E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45336" y="25603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⎵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794760" y="25603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C4A32E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94760" y="25603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306824" y="2560320"/>
            <a:ext cx="475488" cy="402336"/>
          </a:xfrm>
          <a:prstGeom prst="roundRect">
            <a:avLst>
              <a:gd name="adj" fmla="val 15909"/>
            </a:avLst>
          </a:prstGeom>
          <a:solidFill>
            <a:srgbClr val="C4A32E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06824" y="256032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⏎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57200" y="429768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4672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Pinky weak zone (high error rate)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383280" y="429768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1F2E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30752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performance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309360" y="429768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56832" y="42976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key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989320" y="12618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36 keys only — every key counts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5989320" y="177393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Pinky columns are the bottleneck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5989320" y="22860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existing trainer tracks finger-level metrics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5989320" y="27980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Colemak-DH layout needs native support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TypeForge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keybr's intelligence + monkeytype's feel + self-hosted privacy + split keyboard DNA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627632"/>
          </a:xfrm>
          <a:prstGeom prst="roundRect">
            <a:avLst>
              <a:gd name="adj" fmla="val 6742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99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1892808"/>
            <a:ext cx="3547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Per-key weighted scoring tracks error rate, latency, and recency. Lessons target your 5 weakest keys at 3× frequency until they graduate.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17720" y="1234440"/>
            <a:ext cx="3931920" cy="1627632"/>
          </a:xfrm>
          <a:prstGeom prst="roundRect">
            <a:avLst>
              <a:gd name="adj" fmla="val 6742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4173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399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Per-Key Analytics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18888" y="1892808"/>
            <a:ext cx="3547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Ferris Sweep SVG heatmap updates live. Bigram analysis, finger metrics, WPM trend, consistency score — not just a leaderboard.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931920" cy="1627632"/>
          </a:xfrm>
          <a:prstGeom prst="roundRect">
            <a:avLst>
              <a:gd name="adj" fmla="val 6742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004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&amp; Secure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8368" y="3675888"/>
            <a:ext cx="3547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one-command deploy. RS256 JWT in httpOnly cookies, Argon2id passwords, Redis rate limiting. Your data never leaves your server.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17720" y="3017520"/>
            <a:ext cx="3931920" cy="1627632"/>
          </a:xfrm>
          <a:prstGeom prst="roundRect">
            <a:avLst>
              <a:gd name="adj" fmla="val 6742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0040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31821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API for Claude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18888" y="3675888"/>
            <a:ext cx="3547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endpoint exposes your stats to Claude Web. Get AI-powered coaching analysis and custom drills without leaving your setup.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Adaptive Engine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12801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1668780"/>
            <a:ext cx="429768" cy="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58568" y="12801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22263A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1668780"/>
            <a:ext cx="429768" cy="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33088" y="12801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C4A32E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668780"/>
            <a:ext cx="429768" cy="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7608" y="12801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C4A32E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07608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1668780"/>
            <a:ext cx="429768" cy="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82128" y="12801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1F3A1F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1280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5029200" cy="1417320"/>
          </a:xfrm>
          <a:prstGeom prst="roundRect">
            <a:avLst>
              <a:gd name="adj" fmla="val 7742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2450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Score Formula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2761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score(k)  =  0.5 × error_rate(k)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017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 0.3 × normalized_latency(k)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  0.2 × recency_penalty(k)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5478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window: last 10 sessions  ·  Keys weighted 3× in lessons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2331720"/>
            <a:ext cx="3200400" cy="1417320"/>
          </a:xfrm>
          <a:prstGeom prst="roundRect">
            <a:avLst>
              <a:gd name="adj" fmla="val 7742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70448" y="2450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Criteria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70448" y="2788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Error rate  &lt; 3%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70448" y="3081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Avg latency  &lt; 1.3× personal median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33741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consecutive sessions met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use weak keys in realistic bigrams and trigrams — not random strings. Muscle memory transfers.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5029200" cy="749808"/>
          </a:xfrm>
          <a:prstGeom prst="roundRect">
            <a:avLst>
              <a:gd name="adj" fmla="val 14634"/>
            </a:avLst>
          </a:prstGeom>
          <a:solidFill>
            <a:srgbClr val="1A2540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28930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91640" y="1371600"/>
            <a:ext cx="0" cy="475488"/>
          </a:xfrm>
          <a:prstGeom prst="LINE">
            <a:avLst/>
          </a:prstGeom>
          <a:noFill/>
          <a:ln w="12700">
            <a:solidFill>
              <a:srgbClr val="222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2893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5636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React Query · recharts · JetBrains Mono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5029200" cy="749808"/>
          </a:xfrm>
          <a:prstGeom prst="roundRect">
            <a:avLst>
              <a:gd name="adj" fmla="val 14634"/>
            </a:avLst>
          </a:prstGeom>
          <a:solidFill>
            <a:srgbClr val="1A2030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13969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91640" y="2221992"/>
            <a:ext cx="0" cy="475488"/>
          </a:xfrm>
          <a:prstGeom prst="LINE">
            <a:avLst/>
          </a:prstGeom>
          <a:noFill/>
          <a:ln w="12700">
            <a:solidFill>
              <a:srgbClr val="222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139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2414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SQLAlchemy · Pydantic v2 · Argon2id · RS256 JWT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5029200" cy="749808"/>
          </a:xfrm>
          <a:prstGeom prst="roundRect">
            <a:avLst>
              <a:gd name="adj" fmla="val 14634"/>
            </a:avLst>
          </a:prstGeom>
          <a:solidFill>
            <a:srgbClr val="18202E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9900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91640" y="3072384"/>
            <a:ext cx="0" cy="475488"/>
          </a:xfrm>
          <a:prstGeom prst="LINE">
            <a:avLst/>
          </a:prstGeom>
          <a:noFill/>
          <a:ln w="12700">
            <a:solidFill>
              <a:srgbClr val="222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990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Redis 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32644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keystrokes · per-key stats · refresh tokens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5029200" cy="749808"/>
          </a:xfrm>
          <a:prstGeom prst="roundRect">
            <a:avLst>
              <a:gd name="adj" fmla="val 14634"/>
            </a:avLst>
          </a:prstGeom>
          <a:solidFill>
            <a:srgbClr val="141820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3840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91640" y="3922776"/>
            <a:ext cx="0" cy="475488"/>
          </a:xfrm>
          <a:prstGeom prst="LINE">
            <a:avLst/>
          </a:prstGeom>
          <a:noFill/>
          <a:ln w="12700">
            <a:solidFill>
              <a:srgbClr val="2226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840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2 + Docker Compose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41148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Auto-HTTPS · CSP headers · internal network · secrets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15000" y="1234440"/>
            <a:ext cx="3154680" cy="2148840"/>
          </a:xfrm>
          <a:prstGeom prst="roundRect">
            <a:avLst>
              <a:gd name="adj" fmla="val 5106"/>
            </a:avLst>
          </a:prstGeom>
          <a:solidFill>
            <a:srgbClr val="1A1220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389888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355080" y="1371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Default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925312" y="1828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httpOnly + SameSite cookies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925312" y="2075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RS256 asymmetric JWT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925312" y="23225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Argon2id password hashing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925312" y="2569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Redis rate limiting (auth)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925312" y="2816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Pydantic v2 input validation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925312" y="30632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secrets in compose file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715000" y="3520440"/>
            <a:ext cx="3154680" cy="1261872"/>
          </a:xfrm>
          <a:prstGeom prst="roundRect">
            <a:avLst>
              <a:gd name="adj" fmla="val 8696"/>
            </a:avLst>
          </a:prstGeom>
          <a:solidFill>
            <a:srgbClr val="1A1A10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3675888"/>
            <a:ext cx="347472" cy="34747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355080" y="36576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API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925312" y="40690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endpoint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Claude coaching.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 (hashed in DB).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Built Around the Typing Screen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time is spent in one view. Everything else is secondary.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303520" cy="2606040"/>
          </a:xfrm>
          <a:prstGeom prst="roundRect">
            <a:avLst>
              <a:gd name="adj" fmla="val 4211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53312"/>
            <a:ext cx="5029200" cy="320040"/>
          </a:xfrm>
          <a:prstGeom prst="roundRect">
            <a:avLst>
              <a:gd name="adj" fmla="val 1428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WPM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1660" y="1353312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 ACC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353312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66260" y="1353312"/>
            <a:ext cx="1257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82880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16152" y="182880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 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011680" y="182880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brown 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07208" y="182880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fox 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64992" y="1828800"/>
            <a:ext cx="758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jumps 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60520" y="1828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37176" y="182880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" y="22128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 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35024" y="2212848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304288" y="1828800"/>
            <a:ext cx="0" cy="320040"/>
          </a:xfrm>
          <a:prstGeom prst="LINE">
            <a:avLst/>
          </a:prstGeom>
          <a:noFill/>
          <a:ln w="25400">
            <a:solidFill>
              <a:srgbClr val="E8C5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33172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331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14400" y="233172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2331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88720" y="233172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2331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463040" y="233172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2331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37360" y="233172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2331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" y="256946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5694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14400" y="256946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25694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188720" y="256946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25694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256946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63040" y="25694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737360" y="256946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25694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2807208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28072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14400" y="2807208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4A1F1F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28072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88720" y="2807208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88720" y="28072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463040" y="2807208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63040" y="28072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737360" y="2807208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28072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" y="2816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heatmap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4360" y="3200400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77240" y="32735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+ Enter  →  instant new lesson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749040" y="3310128"/>
            <a:ext cx="1691640" cy="320040"/>
          </a:xfrm>
          <a:prstGeom prst="roundRect">
            <a:avLst>
              <a:gd name="adj" fmla="val 20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3310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 →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943600" y="1234440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9904" y="12984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492240" y="12984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keydown on document — no focus loss on layer switches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943600" y="1993392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9904" y="20574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49224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updates every 500ms via 10-second rolling window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943600" y="2752344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89904" y="28163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492240" y="2816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Backspace corrects within current word only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943600" y="3511296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89904" y="357530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6492240" y="35753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starts at first keystroke, not on page load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943600" y="4270248"/>
            <a:ext cx="2971800" cy="658368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89904" y="433425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492240" y="4334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prefers-reduced-motion respected globally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and Beyond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1645920" cy="2642616"/>
          </a:xfrm>
          <a:prstGeom prst="roundRect">
            <a:avLst>
              <a:gd name="adj" fmla="val 6667"/>
            </a:avLst>
          </a:prstGeom>
          <a:solidFill>
            <a:srgbClr val="1A1D27"/>
          </a:solidFill>
          <a:ln w="12700">
            <a:solidFill>
              <a:srgbClr val="E8C5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84708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key learning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23113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Ferris Sweep SVG heatmap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6151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stats,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99923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(JWT, Argon2id)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338328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76732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/summary endpoint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03120" y="11887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188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03120" y="1719072"/>
            <a:ext cx="1645920" cy="1435608"/>
          </a:xfrm>
          <a:prstGeom prst="roundRect">
            <a:avLst>
              <a:gd name="adj" fmla="val 7643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12848" y="184708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layout editor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12848" y="223113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 22-key layout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6151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QMK/ZMK JSON import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0" y="11887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188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0480" y="1719072"/>
            <a:ext cx="1645920" cy="1435608"/>
          </a:xfrm>
          <a:prstGeom prst="roundRect">
            <a:avLst>
              <a:gd name="adj" fmla="val 7643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50208" y="184708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text / code mode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50208" y="223113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library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50208" y="26151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timed challenges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11887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188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77840" y="1719072"/>
            <a:ext cx="1645920" cy="1435608"/>
          </a:xfrm>
          <a:prstGeom prst="roundRect">
            <a:avLst>
              <a:gd name="adj" fmla="val 7643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87568" y="184708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 / trigram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87568" y="223113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replay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87568" y="26151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detection alerts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1188720"/>
            <a:ext cx="1645920" cy="438912"/>
          </a:xfrm>
          <a:prstGeom prst="roundRect">
            <a:avLst>
              <a:gd name="adj" fmla="val 16667"/>
            </a:avLst>
          </a:prstGeom>
          <a:solidFill>
            <a:srgbClr val="1A1D27"/>
          </a:solidFill>
          <a:ln w="12700">
            <a:solidFill>
              <a:srgbClr val="C4A3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11887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0" y="1719072"/>
            <a:ext cx="1645920" cy="1435608"/>
          </a:xfrm>
          <a:prstGeom prst="roundRect">
            <a:avLst>
              <a:gd name="adj" fmla="val 7643"/>
            </a:avLst>
          </a:prstGeom>
          <a:solidFill>
            <a:srgbClr val="1A1D27"/>
          </a:solidFill>
          <a:ln w="12700">
            <a:solidFill>
              <a:srgbClr val="222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24928" y="184708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MCP server (tools)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24928" y="223113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coaching thread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24928" y="26151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drills via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Multi-language corpus (German, Python, TypeScript)    ·    M6: PWA + sound profiles + onboarding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1371600"/>
            <a:ext cx="9326880" cy="2468880"/>
          </a:xfrm>
          <a:prstGeom prst="round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best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 trainer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world.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8288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77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 serious keyboard enthusiasts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224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 the Ferris Sweep, natively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4714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Self-hosted, private, yours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71830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Powered by real adaptive intelligence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github.com/typeforge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TypeForge</dc:title>
  <dc:subject>PptxGenJS Presentation</dc:subject>
  <dc:creator>PptxGenJS</dc:creator>
  <cp:lastModifiedBy>PptxGenJS</cp:lastModifiedBy>
  <cp:revision>1</cp:revision>
  <dcterms:created xsi:type="dcterms:W3CDTF">2026-07-03T21:54:38Z</dcterms:created>
  <dcterms:modified xsi:type="dcterms:W3CDTF">2026-07-03T21:54:38Z</dcterms:modified>
</cp:coreProperties>
</file>